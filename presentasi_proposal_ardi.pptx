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Judul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Identifikasi Support Resistance Pada Saham Sektor Energi IDX Menggunakan K-Means dan Backtesting</a:t>
            </a:r>
          </a:p>
          <a:p>
            <a:r>
              <a:t>Ardi Fajar Maulana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Sektor energi di BEI sangat volatil.</a:t>
            </a:r>
          </a:p>
          <a:p>
            <a:r>
              <a:t>Metode S/R tradisional subjektif.</a:t>
            </a:r>
          </a:p>
          <a:p>
            <a:r>
              <a:t>Machine learning menawarkan pendekatan objektif.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Permasalahan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S/R tradisional subjektif.</a:t>
            </a:r>
          </a:p>
          <a:p>
            <a:r>
              <a:t>2. Tidak responsif pada volatilitas tinggi.</a:t>
            </a:r>
          </a:p>
          <a:p>
            <a:r>
              <a:t>3. Perlu metode objektif berbasis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Rumusan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Bagaimana model 6 tahap menentukan zona S/R?</a:t>
            </a:r>
          </a:p>
          <a:p>
            <a:r>
              <a:t>2. Seberapa efektif zona hasil K-Means?</a:t>
            </a:r>
          </a:p>
          <a:p>
            <a:r>
              <a:t>3. Perbandingan dengan metode konvensional.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Tujuan Penelitian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Mengembangkan model S/R berbasis K-Means.</a:t>
            </a:r>
          </a:p>
          <a:p>
            <a:r>
              <a:t>Melakukan backtesting untuk validasi.</a:t>
            </a:r>
          </a:p>
          <a:p>
            <a:r>
              <a:t>Menghasilkan zona harga objektif.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Ruang Lingkup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Saham sektor energi BEI</a:t>
            </a:r>
          </a:p>
          <a:p>
            <a:r>
              <a:t>• Data 6 tahun harian</a:t>
            </a:r>
          </a:p>
          <a:p>
            <a:r>
              <a:t>• Metode: Pivot–Filtering–Zscore–KMeans–Zona–Scoring</a:t>
            </a:r>
          </a:p>
          <a:p>
            <a:r>
              <a:t>• Bahasa Python</a:t>
            </a:r>
          </a:p>
          <a:p>
            <a:r>
              <a:t>• Evaluasi via backtesting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Metodologi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Pivot detection</a:t>
            </a:r>
          </a:p>
          <a:p>
            <a:r>
              <a:t>2. Filtering</a:t>
            </a:r>
          </a:p>
          <a:p>
            <a:r>
              <a:t>3. Z-score</a:t>
            </a:r>
          </a:p>
          <a:p>
            <a:r>
              <a:t>4. K-Means</a:t>
            </a:r>
          </a:p>
          <a:p>
            <a:r>
              <a:t>5. Zona harga</a:t>
            </a:r>
          </a:p>
          <a:p>
            <a:r>
              <a:t>6. Skoring zona</a:t>
            </a:r>
          </a:p>
          <a:p>
            <a:r>
              <a:t>7. Backtesting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Penelitian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Perkembangan riset: pivot → ML → dynamic SR → hybrid ML.</a:t>
            </a:r>
          </a:p>
          <a:p>
            <a:r>
              <a:t>Penelitian mengintegrasikan preprocessing–zona–backtesting.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Kajian Literatur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Ozturk (2024): K-Means untuk S/R.</a:t>
            </a:r>
          </a:p>
          <a:p>
            <a:r>
              <a:t>Wongoutong (2024): scaling wajib.</a:t>
            </a:r>
          </a:p>
          <a:p>
            <a:r>
              <a:t>Dhakal (2024): hybrid ML trading.</a:t>
            </a:r>
          </a:p>
          <a:p>
            <a:r>
              <a:t>Letteri (2023): backtesting.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Pasar Modal BEI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BEI sebagai fasilitator transaksi efek.</a:t>
            </a:r>
          </a:p>
          <a:p>
            <a:r>
              <a:t>Likuiditas tinggi.</a:t>
            </a:r>
          </a:p>
          <a:p>
            <a:r>
              <a:t>Dipengaruhi faktor makro dan sentimen.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Sektor Energi IDX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Subsektor: Migas, batubara, energi baru.</a:t>
            </a:r>
          </a:p>
          <a:p>
            <a:r>
              <a:t>Volatilitas tinggi.</a:t>
            </a:r>
          </a:p>
          <a:p>
            <a:r>
              <a:t>Sangat dipengaruhi harga komoditas.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Analisis Teknikal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Konsep Dow Theory.</a:t>
            </a:r>
          </a:p>
          <a:p>
            <a:r>
              <a:t>S/R sebagai area penting.</a:t>
            </a:r>
          </a:p>
          <a:p>
            <a:r>
              <a:t>Digunakan untuk entry–exit.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Pivot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Pivot = (H+L+C)/3</a:t>
            </a:r>
          </a:p>
          <a:p>
            <a:r>
              <a:t>Menghasilkan S/R otomatis.</a:t>
            </a:r>
          </a:p>
          <a:p>
            <a:r>
              <a:t>Keterbatasan: kurang adaptif di volatilitas tinggi.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Keterbatasan Metode Konvensional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Subjektif</a:t>
            </a:r>
          </a:p>
          <a:p>
            <a:r>
              <a:t>• Tidak mempertimbangkan zona</a:t>
            </a:r>
          </a:p>
          <a:p>
            <a:r>
              <a:t>• Tidak memperhatikan statistik</a:t>
            </a:r>
          </a:p>
          <a:p>
            <a:r>
              <a:t>• Tidak adaptif pada volatilitas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 vs Unsupervised.</a:t>
            </a:r>
          </a:p>
          <a:p>
            <a:r>
              <a:t>K-Means mengelompokkan pivot menjadi zona objektif.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Z-score diperlukan.</a:t>
            </a:r>
          </a:p>
          <a:p>
            <a:r>
              <a:t>Mengatasi perbedaan skala harga 6 tahun.</a:t>
            </a:r>
          </a:p>
          <a:p>
            <a:r>
              <a:t>Menghindari clustering bias.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Mengukur win rate, RRR, akurasi reversal.</a:t>
            </a:r>
          </a:p>
          <a:p>
            <a:r>
              <a:t>Menilai robustness zona S/R.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 Awal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hybrid 6 tahap → S/R objektif.</a:t>
            </a:r>
          </a:p>
          <a:p>
            <a:r>
              <a:t>K-Means + Z-score menghasilkan zona yang stabil.</a:t>
            </a:r>
          </a:p>
          <a:p>
            <a:r>
              <a:t>Backtesting untuk verifikasi efektivitas.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